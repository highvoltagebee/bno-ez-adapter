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16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92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22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14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69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64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60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59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2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61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83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3D4BA-30FB-4DAB-A527-AFDD466A7171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B5976-6067-4071-8469-04A0D5555C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09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A8E8161-BCF6-09C5-E081-E26FFE1F5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474" y="1889180"/>
            <a:ext cx="2109162" cy="28122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998B10B-E78F-289E-B574-8F9E929C7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7" y="1889181"/>
            <a:ext cx="2109161" cy="28122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902D88B-9951-A50B-AEC9-940E65013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822" y="1889180"/>
            <a:ext cx="2109162" cy="2812216"/>
          </a:xfrm>
          <a:prstGeom prst="rect">
            <a:avLst/>
          </a:prstGeom>
        </p:spPr>
      </p:pic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896B316-F2B4-99A7-54A3-B8ADB01820D5}"/>
              </a:ext>
            </a:extLst>
          </p:cNvPr>
          <p:cNvSpPr/>
          <p:nvPr/>
        </p:nvSpPr>
        <p:spPr>
          <a:xfrm>
            <a:off x="258074" y="3674180"/>
            <a:ext cx="1885950" cy="8506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C5BC0E-5BD8-B8FE-34FB-11B132333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1235258" y="3496818"/>
            <a:ext cx="757440" cy="1154263"/>
          </a:xfrm>
        </p:spPr>
        <p:txBody>
          <a:bodyPr>
            <a:normAutofit fontScale="90000"/>
          </a:bodyPr>
          <a:lstStyle/>
          <a:p>
            <a:r>
              <a:rPr lang="de-DE" sz="2000" dirty="0"/>
              <a:t>GND</a:t>
            </a:r>
            <a:br>
              <a:rPr lang="de-DE" sz="2000" dirty="0"/>
            </a:br>
            <a:r>
              <a:rPr lang="de-DE" sz="2000" dirty="0"/>
              <a:t>SCL</a:t>
            </a:r>
            <a:br>
              <a:rPr lang="de-DE" sz="2000" dirty="0"/>
            </a:br>
            <a:r>
              <a:rPr lang="de-DE" sz="2000" dirty="0"/>
              <a:t>SDA</a:t>
            </a:r>
            <a:br>
              <a:rPr lang="de-DE" sz="2000" dirty="0"/>
            </a:br>
            <a:r>
              <a:rPr lang="de-DE" sz="2000" dirty="0"/>
              <a:t>+3.3V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7283945-28C2-8107-5CBE-788B07982F1C}"/>
              </a:ext>
            </a:extLst>
          </p:cNvPr>
          <p:cNvSpPr txBox="1">
            <a:spLocks/>
          </p:cNvSpPr>
          <p:nvPr/>
        </p:nvSpPr>
        <p:spPr>
          <a:xfrm rot="5400000">
            <a:off x="242917" y="3745795"/>
            <a:ext cx="757440" cy="6563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0" dirty="0"/>
              <a:t>IO2</a:t>
            </a:r>
          </a:p>
          <a:p>
            <a:r>
              <a:rPr lang="de-DE" sz="2000" dirty="0"/>
              <a:t>IO1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0D6950D-A71D-2283-0819-9A1669896CCB}"/>
              </a:ext>
            </a:extLst>
          </p:cNvPr>
          <p:cNvCxnSpPr/>
          <p:nvPr/>
        </p:nvCxnSpPr>
        <p:spPr>
          <a:xfrm flipV="1">
            <a:off x="486674" y="3411478"/>
            <a:ext cx="463118" cy="4238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BC43DF7-C357-0F3D-8030-0078F9B10ACE}"/>
              </a:ext>
            </a:extLst>
          </p:cNvPr>
          <p:cNvCxnSpPr/>
          <p:nvPr/>
        </p:nvCxnSpPr>
        <p:spPr>
          <a:xfrm flipV="1">
            <a:off x="756814" y="3425765"/>
            <a:ext cx="323164" cy="4238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A009C0DF-C152-2A77-C8F9-2F9C4E488DB3}"/>
              </a:ext>
            </a:extLst>
          </p:cNvPr>
          <p:cNvCxnSpPr>
            <a:cxnSpLocks/>
          </p:cNvCxnSpPr>
          <p:nvPr/>
        </p:nvCxnSpPr>
        <p:spPr>
          <a:xfrm flipH="1" flipV="1">
            <a:off x="1215707" y="3411478"/>
            <a:ext cx="30818" cy="371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CA37B2F-FB31-0E91-F82D-8BA034255036}"/>
              </a:ext>
            </a:extLst>
          </p:cNvPr>
          <p:cNvCxnSpPr/>
          <p:nvPr/>
        </p:nvCxnSpPr>
        <p:spPr>
          <a:xfrm flipH="1" flipV="1">
            <a:off x="1315349" y="3425765"/>
            <a:ext cx="159137" cy="4095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F103BA84-B4A3-CFD6-3311-7BC67C17ECE1}"/>
              </a:ext>
            </a:extLst>
          </p:cNvPr>
          <p:cNvCxnSpPr/>
          <p:nvPr/>
        </p:nvCxnSpPr>
        <p:spPr>
          <a:xfrm flipH="1" flipV="1">
            <a:off x="1413124" y="3425765"/>
            <a:ext cx="302275" cy="4095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6EA1151-00A2-FCA9-4D9B-D1F6415FC30F}"/>
              </a:ext>
            </a:extLst>
          </p:cNvPr>
          <p:cNvCxnSpPr/>
          <p:nvPr/>
        </p:nvCxnSpPr>
        <p:spPr>
          <a:xfrm flipH="1" flipV="1">
            <a:off x="1543310" y="3425765"/>
            <a:ext cx="414977" cy="4095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8757949-130E-79E7-F2E4-94DC27A4F454}"/>
              </a:ext>
            </a:extLst>
          </p:cNvPr>
          <p:cNvSpPr/>
          <p:nvPr/>
        </p:nvSpPr>
        <p:spPr>
          <a:xfrm>
            <a:off x="2913125" y="1937358"/>
            <a:ext cx="979577" cy="4381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A4769BD4-E3A3-4837-1589-27083E4B2F85}"/>
              </a:ext>
            </a:extLst>
          </p:cNvPr>
          <p:cNvSpPr txBox="1">
            <a:spLocks/>
          </p:cNvSpPr>
          <p:nvPr/>
        </p:nvSpPr>
        <p:spPr>
          <a:xfrm>
            <a:off x="2913125" y="1993520"/>
            <a:ext cx="979577" cy="350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0" dirty="0"/>
              <a:t>USB-C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2D12D87-D6FC-53D7-DD3F-F34BBEC6C395}"/>
              </a:ext>
            </a:extLst>
          </p:cNvPr>
          <p:cNvSpPr/>
          <p:nvPr/>
        </p:nvSpPr>
        <p:spPr>
          <a:xfrm>
            <a:off x="3147329" y="3270847"/>
            <a:ext cx="206370" cy="2117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82CA408-3E32-643F-61AB-E0D06E800CB8}"/>
              </a:ext>
            </a:extLst>
          </p:cNvPr>
          <p:cNvCxnSpPr>
            <a:cxnSpLocks/>
          </p:cNvCxnSpPr>
          <p:nvPr/>
        </p:nvCxnSpPr>
        <p:spPr>
          <a:xfrm>
            <a:off x="3402914" y="2435165"/>
            <a:ext cx="0" cy="19951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E8AB08A-8413-58F1-BE7F-FC8FA40DF271}"/>
              </a:ext>
            </a:extLst>
          </p:cNvPr>
          <p:cNvCxnSpPr>
            <a:cxnSpLocks/>
          </p:cNvCxnSpPr>
          <p:nvPr/>
        </p:nvCxnSpPr>
        <p:spPr>
          <a:xfrm>
            <a:off x="5280517" y="3053781"/>
            <a:ext cx="73065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E17AD6A1-6254-A560-7C04-9CF2D3BD117B}"/>
              </a:ext>
            </a:extLst>
          </p:cNvPr>
          <p:cNvCxnSpPr>
            <a:cxnSpLocks/>
          </p:cNvCxnSpPr>
          <p:nvPr/>
        </p:nvCxnSpPr>
        <p:spPr>
          <a:xfrm>
            <a:off x="5280517" y="3129981"/>
            <a:ext cx="73065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AE908EC5-A5B1-9700-5C86-4CFA7EC02EF1}"/>
              </a:ext>
            </a:extLst>
          </p:cNvPr>
          <p:cNvCxnSpPr>
            <a:cxnSpLocks/>
          </p:cNvCxnSpPr>
          <p:nvPr/>
        </p:nvCxnSpPr>
        <p:spPr>
          <a:xfrm>
            <a:off x="5280517" y="3270847"/>
            <a:ext cx="73065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0F51C39-ADAF-5301-4DF1-EBD69C2B4268}"/>
              </a:ext>
            </a:extLst>
          </p:cNvPr>
          <p:cNvCxnSpPr>
            <a:cxnSpLocks/>
          </p:cNvCxnSpPr>
          <p:nvPr/>
        </p:nvCxnSpPr>
        <p:spPr>
          <a:xfrm>
            <a:off x="5280517" y="3376701"/>
            <a:ext cx="73065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32B71FAA-F9EB-096E-9E26-688521DDFBFB}"/>
              </a:ext>
            </a:extLst>
          </p:cNvPr>
          <p:cNvSpPr/>
          <p:nvPr/>
        </p:nvSpPr>
        <p:spPr>
          <a:xfrm>
            <a:off x="4731320" y="3850536"/>
            <a:ext cx="1885950" cy="7592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1CEDD6D-3BC0-497B-A675-19BDD9CACDE3}"/>
              </a:ext>
            </a:extLst>
          </p:cNvPr>
          <p:cNvCxnSpPr>
            <a:cxnSpLocks/>
          </p:cNvCxnSpPr>
          <p:nvPr/>
        </p:nvCxnSpPr>
        <p:spPr>
          <a:xfrm>
            <a:off x="5280516" y="3463147"/>
            <a:ext cx="73065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7CBA896-24EB-5CFF-C413-50C03407DB8D}"/>
              </a:ext>
            </a:extLst>
          </p:cNvPr>
          <p:cNvCxnSpPr>
            <a:cxnSpLocks/>
          </p:cNvCxnSpPr>
          <p:nvPr/>
        </p:nvCxnSpPr>
        <p:spPr>
          <a:xfrm>
            <a:off x="5280517" y="3553993"/>
            <a:ext cx="73065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itel 1">
            <a:extLst>
              <a:ext uri="{FF2B5EF4-FFF2-40B4-BE49-F238E27FC236}">
                <a16:creationId xmlns:a16="http://schemas.microsoft.com/office/drawing/2014/main" id="{9DA86298-E471-BE4D-2DF2-4693C2D85B20}"/>
              </a:ext>
            </a:extLst>
          </p:cNvPr>
          <p:cNvSpPr txBox="1">
            <a:spLocks/>
          </p:cNvSpPr>
          <p:nvPr/>
        </p:nvSpPr>
        <p:spPr>
          <a:xfrm>
            <a:off x="4674418" y="3957795"/>
            <a:ext cx="1942852" cy="6149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dirty="0">
                <a:solidFill>
                  <a:srgbClr val="C00000"/>
                </a:solidFill>
              </a:rPr>
              <a:t>Wichtig: NUR 3.3V Tolerant nicht 5V und KEIN </a:t>
            </a:r>
            <a:r>
              <a:rPr lang="de-DE" sz="1400" dirty="0" err="1">
                <a:solidFill>
                  <a:srgbClr val="C00000"/>
                </a:solidFill>
              </a:rPr>
              <a:t>Verpolungsschutz</a:t>
            </a:r>
            <a:r>
              <a:rPr lang="de-DE" sz="1400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D0990166-1111-DBA5-025A-09FC0C68CC50}"/>
              </a:ext>
            </a:extLst>
          </p:cNvPr>
          <p:cNvSpPr/>
          <p:nvPr/>
        </p:nvSpPr>
        <p:spPr>
          <a:xfrm>
            <a:off x="4731369" y="1947630"/>
            <a:ext cx="1885950" cy="7592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itel 1">
            <a:extLst>
              <a:ext uri="{FF2B5EF4-FFF2-40B4-BE49-F238E27FC236}">
                <a16:creationId xmlns:a16="http://schemas.microsoft.com/office/drawing/2014/main" id="{371F1E15-A140-8896-E8A6-36C59632A58C}"/>
              </a:ext>
            </a:extLst>
          </p:cNvPr>
          <p:cNvSpPr txBox="1">
            <a:spLocks/>
          </p:cNvSpPr>
          <p:nvPr/>
        </p:nvSpPr>
        <p:spPr>
          <a:xfrm>
            <a:off x="4646191" y="2060634"/>
            <a:ext cx="2050682" cy="6149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dirty="0">
                <a:solidFill>
                  <a:srgbClr val="C00000"/>
                </a:solidFill>
              </a:rPr>
              <a:t>USB-C nur zum Testen oder zum Programmieren verwenden.</a:t>
            </a:r>
          </a:p>
        </p:txBody>
      </p:sp>
      <p:sp>
        <p:nvSpPr>
          <p:cNvPr id="55" name="Titel 1">
            <a:extLst>
              <a:ext uri="{FF2B5EF4-FFF2-40B4-BE49-F238E27FC236}">
                <a16:creationId xmlns:a16="http://schemas.microsoft.com/office/drawing/2014/main" id="{B689FFF9-3D2F-4D2F-6112-42B12E415DC7}"/>
              </a:ext>
            </a:extLst>
          </p:cNvPr>
          <p:cNvSpPr txBox="1">
            <a:spLocks/>
          </p:cNvSpPr>
          <p:nvPr/>
        </p:nvSpPr>
        <p:spPr>
          <a:xfrm>
            <a:off x="1714446" y="371717"/>
            <a:ext cx="3498470" cy="3508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BNO-EZ Adapter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585D1D40-FAA9-D5B6-9DD5-21F26094D113}"/>
              </a:ext>
            </a:extLst>
          </p:cNvPr>
          <p:cNvSpPr txBox="1">
            <a:spLocks/>
          </p:cNvSpPr>
          <p:nvPr/>
        </p:nvSpPr>
        <p:spPr>
          <a:xfrm>
            <a:off x="665827" y="808269"/>
            <a:ext cx="5474172" cy="9523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600" dirty="0"/>
              <a:t>Der BNO EZ-Adapter ist ein Adapter für den Adafruit BNO085-Kompasssensor, der die Kommunikation über einfache I²C-Register ermöglicht und so moderne Kompasstechnologie für ältere Fischertechnik-Controller nutzbar macht.</a:t>
            </a:r>
          </a:p>
        </p:txBody>
      </p:sp>
      <p:sp>
        <p:nvSpPr>
          <p:cNvPr id="57" name="Titel 1">
            <a:extLst>
              <a:ext uri="{FF2B5EF4-FFF2-40B4-BE49-F238E27FC236}">
                <a16:creationId xmlns:a16="http://schemas.microsoft.com/office/drawing/2014/main" id="{1D7CE9E2-51C5-9EB8-138C-DB95F860B151}"/>
              </a:ext>
            </a:extLst>
          </p:cNvPr>
          <p:cNvSpPr txBox="1">
            <a:spLocks/>
          </p:cNvSpPr>
          <p:nvPr/>
        </p:nvSpPr>
        <p:spPr>
          <a:xfrm>
            <a:off x="-451318" y="1454243"/>
            <a:ext cx="1791421" cy="6149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D64DE2E9-0BA6-C7C0-E520-E17BA3559AFE}"/>
              </a:ext>
            </a:extLst>
          </p:cNvPr>
          <p:cNvSpPr/>
          <p:nvPr/>
        </p:nvSpPr>
        <p:spPr>
          <a:xfrm>
            <a:off x="2498888" y="3695229"/>
            <a:ext cx="1885950" cy="8296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9C37F16F-0C37-1AE8-18E5-6A28425F88B3}"/>
              </a:ext>
            </a:extLst>
          </p:cNvPr>
          <p:cNvSpPr txBox="1">
            <a:spLocks/>
          </p:cNvSpPr>
          <p:nvPr/>
        </p:nvSpPr>
        <p:spPr>
          <a:xfrm>
            <a:off x="2540428" y="3842881"/>
            <a:ext cx="1791421" cy="6149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200" dirty="0">
                <a:solidFill>
                  <a:srgbClr val="C00000"/>
                </a:solidFill>
              </a:rPr>
              <a:t>Wichtig: Adafruit BNO085 in richtiger Orientierung aufstecken!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06A1CB1D-7025-0F9A-48E9-5892EE0DD78F}"/>
              </a:ext>
            </a:extLst>
          </p:cNvPr>
          <p:cNvCxnSpPr>
            <a:cxnSpLocks/>
          </p:cNvCxnSpPr>
          <p:nvPr/>
        </p:nvCxnSpPr>
        <p:spPr>
          <a:xfrm flipV="1">
            <a:off x="3250514" y="3553993"/>
            <a:ext cx="0" cy="29563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itel 1">
            <a:extLst>
              <a:ext uri="{FF2B5EF4-FFF2-40B4-BE49-F238E27FC236}">
                <a16:creationId xmlns:a16="http://schemas.microsoft.com/office/drawing/2014/main" id="{DDE5B9A1-BAFD-D2D4-173B-03F6EF900F3B}"/>
              </a:ext>
            </a:extLst>
          </p:cNvPr>
          <p:cNvSpPr txBox="1">
            <a:spLocks/>
          </p:cNvSpPr>
          <p:nvPr/>
        </p:nvSpPr>
        <p:spPr>
          <a:xfrm>
            <a:off x="24764" y="4917785"/>
            <a:ext cx="2443522" cy="22066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600" dirty="0"/>
              <a:t>Über I²C auslesen:</a:t>
            </a:r>
          </a:p>
          <a:p>
            <a:pPr algn="l"/>
            <a:endParaRPr lang="de-DE" sz="1600" dirty="0"/>
          </a:p>
          <a:p>
            <a:pPr algn="l"/>
            <a:r>
              <a:rPr lang="de-DE" sz="1600" dirty="0"/>
              <a:t>Gerätadresse: 0x22</a:t>
            </a:r>
          </a:p>
          <a:p>
            <a:pPr algn="l"/>
            <a:r>
              <a:rPr lang="de-DE" sz="1600" dirty="0"/>
              <a:t>Richtungsregister: 0x0</a:t>
            </a:r>
          </a:p>
          <a:p>
            <a:pPr algn="l"/>
            <a:r>
              <a:rPr lang="de-DE" sz="1600" dirty="0"/>
              <a:t>Kompass Nullen: 0x10</a:t>
            </a:r>
          </a:p>
          <a:p>
            <a:pPr algn="l"/>
            <a:endParaRPr lang="de-DE" sz="1600" dirty="0"/>
          </a:p>
          <a:p>
            <a:pPr algn="l"/>
            <a:r>
              <a:rPr lang="de-DE" sz="1600" dirty="0"/>
              <a:t>Eine RGB LED ist unten auf der Platine wenn sie grün ist dann Sensor bereit.</a:t>
            </a:r>
          </a:p>
        </p:txBody>
      </p:sp>
      <p:pic>
        <p:nvPicPr>
          <p:cNvPr id="67" name="Grafik 66">
            <a:extLst>
              <a:ext uri="{FF2B5EF4-FFF2-40B4-BE49-F238E27FC236}">
                <a16:creationId xmlns:a16="http://schemas.microsoft.com/office/drawing/2014/main" id="{C2756F9B-DF98-CAF4-FAA4-4F06E53BA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287" y="5071294"/>
            <a:ext cx="2152610" cy="1996829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2736EAEA-5153-235D-24C0-5AD786C58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7109" y="5071294"/>
            <a:ext cx="1945272" cy="2134747"/>
          </a:xfrm>
          <a:prstGeom prst="rect">
            <a:avLst/>
          </a:prstGeom>
        </p:spPr>
      </p:pic>
      <p:sp>
        <p:nvSpPr>
          <p:cNvPr id="72" name="Titel 1">
            <a:extLst>
              <a:ext uri="{FF2B5EF4-FFF2-40B4-BE49-F238E27FC236}">
                <a16:creationId xmlns:a16="http://schemas.microsoft.com/office/drawing/2014/main" id="{3B49D9A0-ECE8-607B-C516-6A00653E3442}"/>
              </a:ext>
            </a:extLst>
          </p:cNvPr>
          <p:cNvSpPr txBox="1">
            <a:spLocks/>
          </p:cNvSpPr>
          <p:nvPr/>
        </p:nvSpPr>
        <p:spPr>
          <a:xfrm>
            <a:off x="2980466" y="4787169"/>
            <a:ext cx="966430" cy="5032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600" dirty="0"/>
              <a:t>Auslesen</a:t>
            </a:r>
          </a:p>
          <a:p>
            <a:pPr algn="l"/>
            <a:endParaRPr lang="de-DE" sz="1600" dirty="0"/>
          </a:p>
        </p:txBody>
      </p:sp>
      <p:sp>
        <p:nvSpPr>
          <p:cNvPr id="73" name="Titel 1">
            <a:extLst>
              <a:ext uri="{FF2B5EF4-FFF2-40B4-BE49-F238E27FC236}">
                <a16:creationId xmlns:a16="http://schemas.microsoft.com/office/drawing/2014/main" id="{1835DC0E-961B-962D-3851-A385940CC3AC}"/>
              </a:ext>
            </a:extLst>
          </p:cNvPr>
          <p:cNvSpPr txBox="1">
            <a:spLocks/>
          </p:cNvSpPr>
          <p:nvPr/>
        </p:nvSpPr>
        <p:spPr>
          <a:xfrm>
            <a:off x="5280516" y="4754710"/>
            <a:ext cx="966430" cy="5032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600" dirty="0"/>
              <a:t>Nullen</a:t>
            </a:r>
          </a:p>
          <a:p>
            <a:pPr algn="l"/>
            <a:endParaRPr lang="de-DE" sz="1600" dirty="0"/>
          </a:p>
        </p:txBody>
      </p:sp>
      <p:pic>
        <p:nvPicPr>
          <p:cNvPr id="75" name="Grafik 74">
            <a:extLst>
              <a:ext uri="{FF2B5EF4-FFF2-40B4-BE49-F238E27FC236}">
                <a16:creationId xmlns:a16="http://schemas.microsoft.com/office/drawing/2014/main" id="{52F9F3C6-C737-3E45-D075-C792BE2B70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32" y="7326066"/>
            <a:ext cx="3237567" cy="2439906"/>
          </a:xfrm>
          <a:prstGeom prst="rect">
            <a:avLst/>
          </a:prstGeom>
        </p:spPr>
      </p:pic>
      <p:sp>
        <p:nvSpPr>
          <p:cNvPr id="76" name="Titel 1">
            <a:extLst>
              <a:ext uri="{FF2B5EF4-FFF2-40B4-BE49-F238E27FC236}">
                <a16:creationId xmlns:a16="http://schemas.microsoft.com/office/drawing/2014/main" id="{213606AB-D325-27EA-CC3F-F22F06754D7A}"/>
              </a:ext>
            </a:extLst>
          </p:cNvPr>
          <p:cNvSpPr txBox="1">
            <a:spLocks/>
          </p:cNvSpPr>
          <p:nvPr/>
        </p:nvSpPr>
        <p:spPr>
          <a:xfrm>
            <a:off x="3710573" y="7384708"/>
            <a:ext cx="2885881" cy="23279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600" dirty="0"/>
              <a:t>Programm um Sensor zu testen:</a:t>
            </a:r>
          </a:p>
          <a:p>
            <a:pPr marL="285750" indent="-285750" algn="l">
              <a:buFontTx/>
              <a:buChar char="-"/>
            </a:pPr>
            <a:r>
              <a:rPr lang="de-DE" sz="1600" dirty="0"/>
              <a:t>Liest Werte aus</a:t>
            </a:r>
          </a:p>
          <a:p>
            <a:pPr marL="285750" indent="-285750" algn="l">
              <a:buFontTx/>
              <a:buChar char="-"/>
            </a:pPr>
            <a:r>
              <a:rPr lang="de-DE" sz="1600" dirty="0"/>
              <a:t>Zeigt Fehler an</a:t>
            </a:r>
          </a:p>
          <a:p>
            <a:pPr marL="285750" indent="-285750" algn="l">
              <a:buFontTx/>
              <a:buChar char="-"/>
            </a:pPr>
            <a:r>
              <a:rPr lang="de-DE" sz="1600" dirty="0"/>
              <a:t>Kompass extern Nullen</a:t>
            </a:r>
          </a:p>
          <a:p>
            <a:pPr algn="l"/>
            <a:endParaRPr lang="de-DE" sz="1600" dirty="0"/>
          </a:p>
          <a:p>
            <a:pPr algn="l"/>
            <a:r>
              <a:rPr lang="de-DE" sz="1600" dirty="0"/>
              <a:t>Einrichten:</a:t>
            </a:r>
          </a:p>
          <a:p>
            <a:pPr marL="285750" indent="-285750" algn="l">
              <a:buFontTx/>
              <a:buChar char="-"/>
            </a:pPr>
            <a:r>
              <a:rPr lang="de-DE" sz="1600" dirty="0"/>
              <a:t>COM Port finden und auswählen</a:t>
            </a:r>
          </a:p>
          <a:p>
            <a:pPr marL="285750" indent="-285750" algn="l">
              <a:buFontTx/>
              <a:buChar char="-"/>
            </a:pPr>
            <a:r>
              <a:rPr lang="de-DE" sz="1600" dirty="0"/>
              <a:t>Verbinden drücken</a:t>
            </a:r>
          </a:p>
          <a:p>
            <a:pPr algn="l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79674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</Words>
  <Application>Microsoft Office PowerPoint</Application>
  <PresentationFormat>A4-Papier (210 x 297 mm)</PresentationFormat>
  <Paragraphs>27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GND SCL SDA +3.3V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Becherer</dc:creator>
  <cp:lastModifiedBy>Manuel Becherer</cp:lastModifiedBy>
  <cp:revision>1</cp:revision>
  <dcterms:created xsi:type="dcterms:W3CDTF">2026-06-13T12:30:57Z</dcterms:created>
  <dcterms:modified xsi:type="dcterms:W3CDTF">2026-06-13T13:08:04Z</dcterms:modified>
</cp:coreProperties>
</file>